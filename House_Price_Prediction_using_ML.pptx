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3C49"/>
                </a:solidFill>
                <a:latin typeface="Arial"/>
              </a:rPr>
              <a:t>Correlation with Price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Price</c:v>
                </c:pt>
              </c:strCache>
            </c:strRef>
          </c:tx>
          <c:spPr>
            <a:solidFill>
              <a:srgbClr val="14919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Floors</c:v>
                  </c:pt>
                  <c:pt idx="1">
                    <c:v>YearBuilt</c:v>
                  </c:pt>
                  <c:pt idx="2">
                    <c:v>Area</c:v>
                  </c:pt>
                  <c:pt idx="3">
                    <c:v>Bedrooms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0.056</c:v>
                </c:pt>
                <c:pt idx="1">
                  <c:v>0.005</c:v>
                </c:pt>
                <c:pt idx="2">
                  <c:v>0.002</c:v>
                </c:pt>
                <c:pt idx="3">
                  <c:v>-0.003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8"/>
          <c:min val="-0.02"/>
        </c:scaling>
        <c:delete val="0"/>
        <c:axPos val="b"/>
        <c:majorGridlines>
          <c:spPr>
            <a:ln w="6350" cap="flat">
              <a:solidFill>
                <a:srgbClr val="E2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3C49"/>
                </a:solidFill>
                <a:latin typeface="Arial"/>
              </a:rPr>
              <a:t>R² Score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14919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Linear Reg.</c:v>
                  </c:pt>
                  <c:pt idx="1">
                    <c:v>SVR</c:v>
                  </c:pt>
                  <c:pt idx="2">
                    <c:v>Random Forest</c:v>
                  </c:pt>
                  <c:pt idx="3">
                    <c:v>Decision Tree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0.007</c:v>
                </c:pt>
                <c:pt idx="1">
                  <c:v>-0.001</c:v>
                </c:pt>
                <c:pt idx="2">
                  <c:v>-0.04</c:v>
                </c:pt>
                <c:pt idx="3">
                  <c:v>-0.958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3C49"/>
                </a:solidFill>
                <a:latin typeface="Arial"/>
              </a:rPr>
              <a:t>Accuracy % (random guess = 50%)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1491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Decision Tree</c:v>
                  </c:pt>
                  <c:pt idx="1">
                    <c:v>SVC</c:v>
                  </c:pt>
                  <c:pt idx="2">
                    <c:v>Random Forest</c:v>
                  </c:pt>
                  <c:pt idx="3">
                    <c:v>Logistic Reg.</c:v>
                  </c:pt>
                  <c:pt idx="4">
                    <c:v>KNN</c:v>
                  </c:pt>
                  <c:pt idx="5">
                    <c:v>Gradient Boost</c:v>
                  </c:pt>
                  <c:pt idx="6">
                    <c:v>Bagging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55.5</c:v>
                </c:pt>
                <c:pt idx="1">
                  <c:v>54.5</c:v>
                </c:pt>
                <c:pt idx="2">
                  <c:v>54.5</c:v>
                </c:pt>
                <c:pt idx="3">
                  <c:v>51.3</c:v>
                </c:pt>
                <c:pt idx="4">
                  <c:v>50.8</c:v>
                </c:pt>
                <c:pt idx="5">
                  <c:v>48.5</c:v>
                </c:pt>
                <c:pt idx="6">
                  <c:v>48.3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4A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2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A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topic: we use machine learning to predict house prices.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regression = predicting a number, classification = predicting a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is clean: no missing values and no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Machines only understand numbers, so text columns are converted.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close to 0 means no straight-line relationship. This explains the model results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price splits the data into equal 1000 High and 1000 Low houses.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R² means the model is worse than just guessing the average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Accuracies range 48% to 55%, so no model learned strong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the result teaches that the quality of data matters more than the choice of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using ML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13716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D Koteswara Rao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using ML  |  D Koteswara Rao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73152" cy="320040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4592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depend on many things: size, location, condition and more.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machine learn from past data to predict the price of a house?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73152" cy="3200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Predict the exact price (Regression)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Predict if a house is High or Low priced (Classification)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Compare different ML algorithms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using ML  |  D Koteswara Rao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920240" cy="109728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09728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03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920240" cy="109728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1143000"/>
            <a:ext cx="1920240" cy="109728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514600"/>
            <a:ext cx="73152" cy="210312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29718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Bedrooms, Bathrooms, Floors, Year Built, Location, Condition, Garage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51460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514600"/>
            <a:ext cx="73152" cy="21031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920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(what we predict)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29718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of the house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in the data: about 537,677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Steps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using ML  |  D Koteswara Rao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640080" cy="64008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143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1430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nulls &amp; duplicates; removed Id and Bathrooms columns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039112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0391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03911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Location, Condition, Garage text into numbers (one-hot encoding)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935224"/>
            <a:ext cx="640080" cy="64008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35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93522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293522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(1600 houses), 20% testing (400 houses)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831336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831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8313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38313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values for Logistic Regression, KNN and SVM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Data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using ML  |  D Koteswara Rao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9728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1188720"/>
            <a:ext cx="3383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0" y="1188720"/>
            <a:ext cx="73152" cy="32918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53212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saw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16459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Prices are spread evenly from low to high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feature has a very weak link with price (all near 0)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 Area, Bedrooms and Year Built barely affect price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We Tried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using ML  |  D Koteswara Rao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73152" cy="320040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(predict price)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Regression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SVR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Tree Regressor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Regressor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using R² score (1 = perfect, 0 = poor)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73152" cy="3200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(High / Low)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 above median price = High, others = Low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 Regression • KNN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Tree • Random Forest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Boosting • Bagging • SVC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using Accuracy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Results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using ML  |  D Koteswara Rao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972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188720"/>
            <a:ext cx="3017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0" y="1188720"/>
            <a:ext cx="73152" cy="32918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9788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164592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is near 0 for all models.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can't predict the exact price well.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is the best (0.007), but still very low.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using ML  |  D Koteswara Rao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9728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188720"/>
            <a:ext cx="2468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0" y="1188720"/>
            <a:ext cx="73152" cy="32918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46520" y="1280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645920"/>
            <a:ext cx="2103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55.5% accuracy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slightly better than a coin toss (50%).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using ML  |  D Koteswara Rao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73152" cy="320040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classifier: Decision Tree (55.5%)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regressor: Linear Regression (R² 0.007)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models perform close to random guessing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73152" cy="32004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&amp; Next Steps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459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Features in this data have almost no link with price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more useful features (e.g. exact location, nearby facilities)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Try hyperparameter tuning and a richer dataset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13716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Koteswara Rao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2026-09-28T11:23:14Z</dcterms:created>
  <dcterms:modified xsi:type="dcterms:W3CDTF">2026-09-28T11:23:14Z</dcterms:modified>
</cp:coreProperties>
</file>